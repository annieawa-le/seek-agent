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560320"/>
            <a:ext cx="3657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Seek-Agent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8899AA"/>
                </a:solidFill>
              </a:defRPr>
            </a:pPr>
            <a:r>
              <a:t>项目工作报告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▸ Inner Skills 重组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1148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41148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▸ GitHub Skills 集成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1148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▸ 工具层构建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64208"/>
            <a:ext cx="548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91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ECECEC"/>
                </a:solidFill>
              </a:defRPr>
            </a:pPr>
            <a:r>
              <a:t>Inner Skills 目录结构重组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548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31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ECECEC"/>
                </a:solidFill>
              </a:defRPr>
            </a:pPr>
            <a:r>
              <a:t>Skill-Creator 适配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548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71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ECECEC"/>
                </a:solidFill>
              </a:defRPr>
            </a:pPr>
            <a:r>
              <a:t>GitHub 外部 Skills 引入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6616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84448"/>
            <a:ext cx="548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11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ECECEC"/>
                </a:solidFill>
              </a:defRPr>
            </a:pPr>
            <a:r>
              <a:t>办公套件工具层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0624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24528"/>
            <a:ext cx="548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51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ECECEC"/>
                </a:solidFill>
              </a:defRPr>
            </a:pPr>
            <a:r>
              <a:t>SKILL.md 文档体系更新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4632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64608"/>
            <a:ext cx="548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892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ECECEC"/>
                </a:solidFill>
              </a:defRPr>
            </a:pPr>
            <a:r>
              <a:t>Prompt-Get 工具导出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8640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04688"/>
            <a:ext cx="548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532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ECECEC"/>
                </a:solidFill>
              </a:defRPr>
            </a:pPr>
            <a:r>
              <a:t>Skill-Manager 修复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6126480"/>
            <a:ext cx="640080" cy="457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6144768"/>
            <a:ext cx="548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6172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ECECEC"/>
                </a:solidFill>
              </a:defRPr>
            </a:pPr>
            <a:r>
              <a:t>总结与后续建议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01  Inner Skills 目录结构重组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Before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4572000" cy="347472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skill-name/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├── index.ts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├── SKILL.md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├── read-code.ts  &lt;- 散落根目录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├── fetch-page.ts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└── enable.json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</a:defRPr>
            </a:pPr>
            <a:r>
              <a:t>After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2286000"/>
            <a:ext cx="4572000" cy="347472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4688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skill-name/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├── index.ts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├── SKILL.md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├── enable.json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└── scripts/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   ├── read-code.ts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   └── fetch-page.ts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6309360"/>
            <a:ext cx="10515600" cy="36576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32764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</a:defRPr>
            </a:pPr>
            <a:r>
              <a:t>●  16 个内置技能全部完成迁移  |  import 路径自动更新  |  相对引用路径同步修复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02  Skill-Creator 适配新结构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create-skill.ts 改造：新技能自动生成 scripts/ 目录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import 路径指向 ./scripts/ 而非根目录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prompt-get.ts 的 SKILL.md 路径使用 path.join(dirname, "..", "SKILL.md")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文件写入逻辑：先建 scripts/ 再写入工具文件和 prompt-get.ts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修复了残留代码导致的 try-catch 结构破损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389120"/>
            <a:ext cx="10515600" cy="201168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# create-skill.ts 核心变化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- genIndexTs: import "./scripts/${t.file}"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- genPromptGetToolFile: path.join(dirname, "..", "SKILL.md")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- 文件编排: scripts/index.ts → scripts/prompt-get.ts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03  GitHub 外部 Skills 引入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</a:defRPr>
            </a:pPr>
            <a:r>
              <a:t>⭐ 开发效率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▸" color="3B82F6"/>
              <a:defRPr sz="1400">
                <a:solidFill>
                  <a:srgbClr val="ECECEC"/>
                </a:solidFill>
              </a:defRPr>
            </a:pPr>
            <a:r>
              <a:t>github-commit-helper  - 提交规范</a:t>
            </a:r>
          </a:p>
          <a:p>
            <a:pPr>
              <a:spcAft>
                <a:spcPts val="600"/>
              </a:spcAft>
              <a:buChar char="▸" color="3B82F6"/>
              <a:defRPr sz="1400">
                <a:solidFill>
                  <a:srgbClr val="ECECEC"/>
                </a:solidFill>
              </a:defRPr>
            </a:pPr>
            <a:r>
              <a:t>github-pr-description - PR 描述</a:t>
            </a:r>
          </a:p>
          <a:p>
            <a:pPr>
              <a:spcAft>
                <a:spcPts val="600"/>
              </a:spcAft>
              <a:buChar char="▸" color="3B82F6"/>
              <a:defRPr sz="1400">
                <a:solidFill>
                  <a:srgbClr val="ECECEC"/>
                </a:solidFill>
              </a:defRPr>
            </a:pPr>
            <a:r>
              <a:t>github-testing-patterns - 测试模式</a:t>
            </a:r>
          </a:p>
          <a:p>
            <a:pPr>
              <a:spcAft>
                <a:spcPts val="600"/>
              </a:spcAft>
              <a:buChar char="▸" color="3B82F6"/>
              <a:defRPr sz="1400">
                <a:solidFill>
                  <a:srgbClr val="ECECEC"/>
                </a:solidFill>
              </a:defRPr>
            </a:pPr>
            <a:r>
              <a:t>github-api-design      - API 设计</a:t>
            </a:r>
          </a:p>
          <a:p>
            <a:pPr>
              <a:spcAft>
                <a:spcPts val="600"/>
              </a:spcAft>
              <a:buChar char="▸" color="3B82F6"/>
              <a:defRPr sz="1400">
                <a:solidFill>
                  <a:srgbClr val="ECECEC"/>
                </a:solidFill>
              </a:defRPr>
            </a:pPr>
            <a:r>
              <a:t>github-debugging-strategies - 调试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t>📄 办公套件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▸" color="3B82F6"/>
              <a:defRPr sz="1400">
                <a:solidFill>
                  <a:srgbClr val="ECECEC"/>
                </a:solidFill>
              </a:defRPr>
            </a:pPr>
            <a:r>
              <a:t>github-pptx-official - PPT 创建/编辑</a:t>
            </a:r>
          </a:p>
          <a:p>
            <a:pPr>
              <a:spcAft>
                <a:spcPts val="600"/>
              </a:spcAft>
              <a:buChar char="▸" color="3B82F6"/>
              <a:defRPr sz="1400">
                <a:solidFill>
                  <a:srgbClr val="ECECEC"/>
                </a:solidFill>
              </a:defRPr>
            </a:pPr>
            <a:r>
              <a:t>github-docx-official  - Word 文档</a:t>
            </a:r>
          </a:p>
          <a:p>
            <a:pPr>
              <a:spcAft>
                <a:spcPts val="600"/>
              </a:spcAft>
              <a:buChar char="▸" color="3B82F6"/>
              <a:defRPr sz="1400">
                <a:solidFill>
                  <a:srgbClr val="ECECEC"/>
                </a:solidFill>
              </a:defRPr>
            </a:pPr>
            <a:r>
              <a:t>github-xlsx-official  - Excel 表格</a:t>
            </a:r>
          </a:p>
          <a:p>
            <a:pPr>
              <a:spcAft>
                <a:spcPts val="600"/>
              </a:spcAft>
              <a:buChar char="▸" color="3B82F6"/>
              <a:defRPr sz="1400">
                <a:solidFill>
                  <a:srgbClr val="ECECEC"/>
                </a:solidFill>
              </a:defRPr>
            </a:pPr>
            <a:r>
              <a:t>github-pdf-official   - PDF 处理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46320"/>
            <a:ext cx="10515600" cy="164592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</a:defRPr>
            </a:pPr>
            <a:r>
              <a:t>来源：antigravity-awesome-skills 仓库（41k+ stars, 1569+ skills）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</a:defRPr>
            </a:pPr>
            <a:r>
              <a:t>命名约定：github- 前缀以示来源区分，避免与内置 skill 冲突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</a:defRPr>
            </a:pPr>
            <a:r>
              <a:t>选中策略：日常高频 + 办公必备，覆盖软件工程全链路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04  办公套件工具层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265176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PPTX  ·  5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pptx_thumbnail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pptx_inventory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pptx_rearrange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pptx_replace_text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pptx_html2slide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55448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49039" y="1554480"/>
            <a:ext cx="265176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19" y="1572768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DOCX  ·  3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19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docx_validate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docx_decompress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docx_repack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554480"/>
            <a:ext cx="2651760" cy="457200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554480"/>
            <a:ext cx="26517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572768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XLSX  ·  1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2860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xlsx_recalc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554480"/>
            <a:ext cx="3200400" cy="457200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1554480"/>
            <a:ext cx="320040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572768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PDF  ·  7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28600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pdf_has_fillable_fields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pdf_extract_form_fields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pdf_fill_form_fields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pdf_fill_with_annotations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pdf_to_images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pdf_check_bounding_boxes</a:t>
            </a:r>
          </a:p>
          <a:p>
            <a:pPr>
              <a:spcAft>
                <a:spcPts val="400"/>
              </a:spcAft>
              <a:buChar char="▸" color="3B82F6"/>
              <a:defRPr sz="1200">
                <a:solidFill>
                  <a:srgbClr val="8899AA"/>
                </a:solidFill>
              </a:defRPr>
            </a:pPr>
            <a:r>
              <a:t>pdf_validation_image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6309360"/>
            <a:ext cx="10515600" cy="36576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32764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</a:defRPr>
            </a:pPr>
            <a:r>
              <a:t>●  4 个办公 skill  ·  共 16 个工具  ·  底层脚本均来自 antigravity 仓库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05  SKILL.md 文档体系更新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所有办公套件 SKILL.md 全部重写，统一风格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顶部新增「可用工具」表格，列出注册的工具名与用途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相关操作段落内标注工具调用方式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PDF 表单填写工作流：流程 A（可填写表单）/ 流程 B（不可填写，需视觉定位）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PPT 编辑工作流：提取目录 -&gt; 修改 XML -&gt; 重排 -&gt; 文本替换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更新各技能的依赖清单，标注 pip / npm 安装命令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389120"/>
            <a:ext cx="10515600" cy="201168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# SKILL.md 新增内容示例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## 可用工具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| 工具 | 用途 |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|------|------|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| pptx_thumbnail | 生成缩略图网格 |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| pptx_inventory | 提取文本结构目录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06  Prompt-Get 工具导出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9 个 github-* skill 均缺少 prompt-get 工具（可读取 SKILL.md 内容）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前 5 个纯指令型：新建 scripts/ 目录 + prompt-get.ts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后 4 个办公型：在已有 scripts/ 中追加 prompt-get.ts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index.ts 统一注册，命名格式：{skill-name}-prompt-get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与内置 skill 对齐：tool description 中包含完整摘要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148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41148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41148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全部覆盖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07  Skill-Manager 修复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# enable.json 的 Bug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 "enable": true,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 "description": "..."  &lt;- 缺少闭合大括号 "}"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 JSON 解析失败 -&gt; 整个 skill 被静默跳过加载</a:t>
            </a:r>
          </a:p>
          <a:p>
            <a:pPr>
              <a:defRPr sz="1100">
                <a:solidFill>
                  <a:srgbClr val="06D6A0"/>
                </a:solidFill>
                <a:latin typeface="Consolas"/>
              </a:defRPr>
            </a:pPr>
            <a:r>
              <a:t>  三个工具无法使用（reload_skills / remove_skill / remove_tool）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修复过程：发现 enable.json 缺少闭合大括号 }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导致框架调用 JSON.parse 时抛异常，skill 被静默跳过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补上缺失的 } 后，使用 reload_skills 即时加载成功</a:t>
            </a:r>
          </a:p>
          <a:p>
            <a:pPr>
              <a:spcAft>
                <a:spcPts val="1200"/>
              </a:spcAft>
              <a:buChar char="▸" color="3B82F6"/>
              <a:defRPr sz="1700">
                <a:solidFill>
                  <a:srgbClr val="ECECEC"/>
                </a:solidFill>
              </a:defRPr>
            </a:pPr>
            <a:r>
              <a:t>至此所有 25+ inner_skills 功能完整可用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08  总结与后续建议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6858000" cy="438912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</a:defRPr>
            </a:pPr>
            <a:r>
              <a:t>✓ 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▸" color="3B82F6"/>
              <a:defRPr sz="1500">
                <a:solidFill>
                  <a:srgbClr val="ECECEC"/>
                </a:solidFill>
              </a:defRPr>
            </a:pPr>
            <a:r>
              <a:t>目录结构规范化 - 16 个 skill 移入 scripts/</a:t>
            </a:r>
          </a:p>
          <a:p>
            <a:pPr>
              <a:spcAft>
                <a:spcPts val="800"/>
              </a:spcAft>
              <a:buChar char="▸" color="3B82F6"/>
              <a:defRPr sz="1500">
                <a:solidFill>
                  <a:srgbClr val="ECECEC"/>
                </a:solidFill>
              </a:defRPr>
            </a:pPr>
            <a:r>
              <a:t>Skill-Creator 适配 - 新技能自动生成新结构</a:t>
            </a:r>
          </a:p>
          <a:p>
            <a:pPr>
              <a:spcAft>
                <a:spcPts val="800"/>
              </a:spcAft>
              <a:buChar char="▸" color="3B82F6"/>
              <a:defRPr sz="1500">
                <a:solidFill>
                  <a:srgbClr val="ECECEC"/>
                </a:solidFill>
              </a:defRPr>
            </a:pPr>
            <a:r>
              <a:t>GitHub Skills 引入 - 9 个外部 skill</a:t>
            </a:r>
          </a:p>
          <a:p>
            <a:pPr>
              <a:spcAft>
                <a:spcPts val="800"/>
              </a:spcAft>
              <a:buChar char="▸" color="3B82F6"/>
              <a:defRPr sz="1500">
                <a:solidFill>
                  <a:srgbClr val="ECECEC"/>
                </a:solidFill>
              </a:defRPr>
            </a:pPr>
            <a:r>
              <a:t>办公套件工具层 - 16 个可调用工具</a:t>
            </a:r>
          </a:p>
          <a:p>
            <a:pPr>
              <a:spcAft>
                <a:spcPts val="800"/>
              </a:spcAft>
              <a:buChar char="▸" color="3B82F6"/>
              <a:defRPr sz="1500">
                <a:solidFill>
                  <a:srgbClr val="ECECEC"/>
                </a:solidFill>
              </a:defRPr>
            </a:pPr>
            <a:r>
              <a:t>SKILL.md 更新 - 4 个重写 + 工具表格</a:t>
            </a:r>
          </a:p>
          <a:p>
            <a:pPr>
              <a:spcAft>
                <a:spcPts val="800"/>
              </a:spcAft>
              <a:buChar char="▸" color="3B82F6"/>
              <a:defRPr sz="1500">
                <a:solidFill>
                  <a:srgbClr val="ECECEC"/>
                </a:solidFill>
              </a:defRPr>
            </a:pPr>
            <a:r>
              <a:t>Prompt-Get 补充 - 9 个 skill 全部补齐</a:t>
            </a:r>
          </a:p>
          <a:p>
            <a:pPr>
              <a:spcAft>
                <a:spcPts val="800"/>
              </a:spcAft>
              <a:buChar char="▸" color="3B82F6"/>
              <a:defRPr sz="1500">
                <a:solidFill>
                  <a:srgbClr val="ECECEC"/>
                </a:solidFill>
              </a:defRPr>
            </a:pPr>
            <a:r>
              <a:t>Skill-Manager 修复 - JSON 损坏恢复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645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5A623"/>
                </a:solidFill>
              </a:defRPr>
            </a:pPr>
            <a:r>
              <a:t>◆ 后续建议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▸" color="3B82F6"/>
              <a:defRPr sz="1300">
                <a:solidFill>
                  <a:srgbClr val="ECECEC"/>
                </a:solidFill>
              </a:defRPr>
            </a:pPr>
            <a:r>
              <a:t>验证运行时依赖完整性</a:t>
            </a:r>
          </a:p>
          <a:p>
            <a:pPr>
              <a:spcAft>
                <a:spcPts val="800"/>
              </a:spcAft>
              <a:buChar char="▸" color="3B82F6"/>
              <a:defRPr sz="1300">
                <a:solidFill>
                  <a:srgbClr val="ECECEC"/>
                </a:solidFill>
              </a:defRPr>
            </a:pPr>
            <a:r>
              <a:t>端到端测试覆盖办公套件</a:t>
            </a:r>
          </a:p>
          <a:p>
            <a:pPr>
              <a:spcAft>
                <a:spcPts val="800"/>
              </a:spcAft>
              <a:buChar char="▸" color="3B82F6"/>
              <a:defRPr sz="1300">
                <a:solidFill>
                  <a:srgbClr val="ECECEC"/>
                </a:solidFill>
              </a:defRPr>
            </a:pPr>
            <a:r>
              <a:t>CI 构建自动拉取外部 skill</a:t>
            </a:r>
          </a:p>
          <a:p>
            <a:pPr>
              <a:spcAft>
                <a:spcPts val="800"/>
              </a:spcAft>
              <a:buChar char="▸" color="3B82F6"/>
              <a:defRPr sz="1300">
                <a:solidFill>
                  <a:srgbClr val="ECECEC"/>
                </a:solidFill>
              </a:defRPr>
            </a:pPr>
            <a:r>
              <a:t>translation.ts 中文标签补充</a:t>
            </a:r>
          </a:p>
          <a:p>
            <a:pPr>
              <a:spcAft>
                <a:spcPts val="800"/>
              </a:spcAft>
              <a:buChar char="▸" color="3B82F6"/>
              <a:defRPr sz="1300">
                <a:solidFill>
                  <a:srgbClr val="ECECEC"/>
                </a:solidFill>
              </a:defRPr>
            </a:pPr>
            <a:r>
              <a:t>更多高频 skill 持续引入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6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</a:defRPr>
            </a:pPr>
            <a:r>
              <a:t>Thank you  --  seek-agent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